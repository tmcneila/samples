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2" r:id="rId3"/>
    <p:sldId id="259" r:id="rId4"/>
    <p:sldId id="264" r:id="rId5"/>
    <p:sldId id="266" r:id="rId6"/>
    <p:sldId id="267" r:id="rId7"/>
    <p:sldId id="268" r:id="rId8"/>
    <p:sldId id="273" r:id="rId9"/>
    <p:sldId id="274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1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D1F70C-4AC2-4142-9015-DF24C706B6A1}" v="145" dt="2023-04-06T00:44:27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McNeila" userId="18010bc990319b5e" providerId="LiveId" clId="{D0D1F70C-4AC2-4142-9015-DF24C706B6A1}"/>
    <pc:docChg chg="custSel delSld modSld">
      <pc:chgData name="Thomas McNeila" userId="18010bc990319b5e" providerId="LiveId" clId="{D0D1F70C-4AC2-4142-9015-DF24C706B6A1}" dt="2023-04-06T00:44:27.858" v="1791" actId="767"/>
      <pc:docMkLst>
        <pc:docMk/>
      </pc:docMkLst>
      <pc:sldChg chg="addSp modSp mod">
        <pc:chgData name="Thomas McNeila" userId="18010bc990319b5e" providerId="LiveId" clId="{D0D1F70C-4AC2-4142-9015-DF24C706B6A1}" dt="2023-04-06T00:39:28.268" v="1741" actId="20577"/>
        <pc:sldMkLst>
          <pc:docMk/>
          <pc:sldMk cId="3808734274" sldId="259"/>
        </pc:sldMkLst>
        <pc:spChg chg="add mod">
          <ac:chgData name="Thomas McNeila" userId="18010bc990319b5e" providerId="LiveId" clId="{D0D1F70C-4AC2-4142-9015-DF24C706B6A1}" dt="2023-04-06T00:36:30.855" v="1243" actId="20577"/>
          <ac:spMkLst>
            <pc:docMk/>
            <pc:sldMk cId="3808734274" sldId="259"/>
            <ac:spMk id="2" creationId="{CA3D9F69-BB5B-FFA9-AC81-68527551BFFC}"/>
          </ac:spMkLst>
        </pc:spChg>
        <pc:spChg chg="add mod">
          <ac:chgData name="Thomas McNeila" userId="18010bc990319b5e" providerId="LiveId" clId="{D0D1F70C-4AC2-4142-9015-DF24C706B6A1}" dt="2023-04-06T00:39:28.268" v="1741" actId="20577"/>
          <ac:spMkLst>
            <pc:docMk/>
            <pc:sldMk cId="3808734274" sldId="259"/>
            <ac:spMk id="6" creationId="{6D268F8E-2A6C-5789-80C2-C4796D2633B1}"/>
          </ac:spMkLst>
        </pc:spChg>
        <pc:spChg chg="mod">
          <ac:chgData name="Thomas McNeila" userId="18010bc990319b5e" providerId="LiveId" clId="{D0D1F70C-4AC2-4142-9015-DF24C706B6A1}" dt="2023-04-06T00:28:48.644" v="563" actId="20577"/>
          <ac:spMkLst>
            <pc:docMk/>
            <pc:sldMk cId="3808734274" sldId="259"/>
            <ac:spMk id="9" creationId="{5F532683-3822-B346-3BF4-7DB55715194B}"/>
          </ac:spMkLst>
        </pc:spChg>
      </pc:sldChg>
      <pc:sldChg chg="modSp">
        <pc:chgData name="Thomas McNeila" userId="18010bc990319b5e" providerId="LiveId" clId="{D0D1F70C-4AC2-4142-9015-DF24C706B6A1}" dt="2023-04-06T00:28:11.138" v="520" actId="20577"/>
        <pc:sldMkLst>
          <pc:docMk/>
          <pc:sldMk cId="2251682300" sldId="262"/>
        </pc:sldMkLst>
        <pc:graphicFrameChg chg="mod">
          <ac:chgData name="Thomas McNeila" userId="18010bc990319b5e" providerId="LiveId" clId="{D0D1F70C-4AC2-4142-9015-DF24C706B6A1}" dt="2023-04-06T00:28:11.138" v="520" actId="20577"/>
          <ac:graphicFrameMkLst>
            <pc:docMk/>
            <pc:sldMk cId="2251682300" sldId="262"/>
            <ac:graphicFrameMk id="26" creationId="{36BD4A6B-23BC-FEE4-CBCA-00BBB2CB4A15}"/>
          </ac:graphicFrameMkLst>
        </pc:graphicFrameChg>
      </pc:sldChg>
      <pc:sldChg chg="addSp delSp modSp mod">
        <pc:chgData name="Thomas McNeila" userId="18010bc990319b5e" providerId="LiveId" clId="{D0D1F70C-4AC2-4142-9015-DF24C706B6A1}" dt="2023-04-06T00:44:27.858" v="1791" actId="767"/>
        <pc:sldMkLst>
          <pc:docMk/>
          <pc:sldMk cId="957050300" sldId="264"/>
        </pc:sldMkLst>
        <pc:spChg chg="add mod">
          <ac:chgData name="Thomas McNeila" userId="18010bc990319b5e" providerId="LiveId" clId="{D0D1F70C-4AC2-4142-9015-DF24C706B6A1}" dt="2023-04-06T00:44:27.858" v="1791" actId="767"/>
          <ac:spMkLst>
            <pc:docMk/>
            <pc:sldMk cId="957050300" sldId="264"/>
            <ac:spMk id="2" creationId="{7D1CF20B-4817-C1E6-6BBF-A06C362E5633}"/>
          </ac:spMkLst>
        </pc:spChg>
        <pc:spChg chg="del">
          <ac:chgData name="Thomas McNeila" userId="18010bc990319b5e" providerId="LiveId" clId="{D0D1F70C-4AC2-4142-9015-DF24C706B6A1}" dt="2023-04-06T00:39:50.446" v="1766" actId="478"/>
          <ac:spMkLst>
            <pc:docMk/>
            <pc:sldMk cId="957050300" sldId="264"/>
            <ac:spMk id="3" creationId="{859AE85D-00E7-9922-1760-734272AA8F7A}"/>
          </ac:spMkLst>
        </pc:spChg>
        <pc:spChg chg="del">
          <ac:chgData name="Thomas McNeila" userId="18010bc990319b5e" providerId="LiveId" clId="{D0D1F70C-4AC2-4142-9015-DF24C706B6A1}" dt="2023-04-06T00:39:52.349" v="1767" actId="478"/>
          <ac:spMkLst>
            <pc:docMk/>
            <pc:sldMk cId="957050300" sldId="264"/>
            <ac:spMk id="4" creationId="{F892A885-CC2C-AAA7-AFE0-FDB886EB4454}"/>
          </ac:spMkLst>
        </pc:spChg>
        <pc:spChg chg="del">
          <ac:chgData name="Thomas McNeila" userId="18010bc990319b5e" providerId="LiveId" clId="{D0D1F70C-4AC2-4142-9015-DF24C706B6A1}" dt="2023-04-06T00:39:56.383" v="1769" actId="478"/>
          <ac:spMkLst>
            <pc:docMk/>
            <pc:sldMk cId="957050300" sldId="264"/>
            <ac:spMk id="5" creationId="{57E9085F-F731-7256-109B-EED91E1943CE}"/>
          </ac:spMkLst>
        </pc:spChg>
        <pc:spChg chg="del">
          <ac:chgData name="Thomas McNeila" userId="18010bc990319b5e" providerId="LiveId" clId="{D0D1F70C-4AC2-4142-9015-DF24C706B6A1}" dt="2023-04-06T00:39:54.068" v="1768" actId="478"/>
          <ac:spMkLst>
            <pc:docMk/>
            <pc:sldMk cId="957050300" sldId="264"/>
            <ac:spMk id="6" creationId="{ACC67DDA-C7FE-908F-3440-F9ABCFCDDD7B}"/>
          </ac:spMkLst>
        </pc:spChg>
        <pc:spChg chg="mod">
          <ac:chgData name="Thomas McNeila" userId="18010bc990319b5e" providerId="LiveId" clId="{D0D1F70C-4AC2-4142-9015-DF24C706B6A1}" dt="2023-04-06T00:44:19.479" v="1790" actId="6549"/>
          <ac:spMkLst>
            <pc:docMk/>
            <pc:sldMk cId="957050300" sldId="264"/>
            <ac:spMk id="9" creationId="{5F532683-3822-B346-3BF4-7DB55715194B}"/>
          </ac:spMkLst>
        </pc:spChg>
      </pc:sldChg>
      <pc:sldChg chg="delSp del mod">
        <pc:chgData name="Thomas McNeila" userId="18010bc990319b5e" providerId="LiveId" clId="{D0D1F70C-4AC2-4142-9015-DF24C706B6A1}" dt="2023-04-06T00:39:32.069" v="1742" actId="47"/>
        <pc:sldMkLst>
          <pc:docMk/>
          <pc:sldMk cId="330781747" sldId="265"/>
        </pc:sldMkLst>
        <pc:spChg chg="del">
          <ac:chgData name="Thomas McNeila" userId="18010bc990319b5e" providerId="LiveId" clId="{D0D1F70C-4AC2-4142-9015-DF24C706B6A1}" dt="2023-03-17T03:48:00.631" v="1" actId="478"/>
          <ac:spMkLst>
            <pc:docMk/>
            <pc:sldMk cId="330781747" sldId="265"/>
            <ac:spMk id="27" creationId="{22DD984B-F3A9-13EB-8F74-E0D33789C237}"/>
          </ac:spMkLst>
        </pc:spChg>
        <pc:spChg chg="del">
          <ac:chgData name="Thomas McNeila" userId="18010bc990319b5e" providerId="LiveId" clId="{D0D1F70C-4AC2-4142-9015-DF24C706B6A1}" dt="2023-03-17T03:48:04.165" v="2" actId="478"/>
          <ac:spMkLst>
            <pc:docMk/>
            <pc:sldMk cId="330781747" sldId="265"/>
            <ac:spMk id="28" creationId="{BB8CF28D-714A-E64B-7EC3-5F1BE2CED0D4}"/>
          </ac:spMkLst>
        </pc:spChg>
        <pc:spChg chg="del">
          <ac:chgData name="Thomas McNeila" userId="18010bc990319b5e" providerId="LiveId" clId="{D0D1F70C-4AC2-4142-9015-DF24C706B6A1}" dt="2023-03-17T03:48:06.885" v="3" actId="478"/>
          <ac:spMkLst>
            <pc:docMk/>
            <pc:sldMk cId="330781747" sldId="265"/>
            <ac:spMk id="29" creationId="{417652AB-32FB-F9DB-154B-80A95FED635A}"/>
          </ac:spMkLst>
        </pc:spChg>
        <pc:grpChg chg="del">
          <ac:chgData name="Thomas McNeila" userId="18010bc990319b5e" providerId="LiveId" clId="{D0D1F70C-4AC2-4142-9015-DF24C706B6A1}" dt="2023-03-17T03:47:58.954" v="0" actId="478"/>
          <ac:grpSpMkLst>
            <pc:docMk/>
            <pc:sldMk cId="330781747" sldId="265"/>
            <ac:grpSpMk id="15" creationId="{63BFFA9D-46F7-7F66-97E9-5EA0CC403601}"/>
          </ac:grpSpMkLst>
        </pc:grpChg>
      </pc:sldChg>
      <pc:sldChg chg="modSp mod">
        <pc:chgData name="Thomas McNeila" userId="18010bc990319b5e" providerId="LiveId" clId="{D0D1F70C-4AC2-4142-9015-DF24C706B6A1}" dt="2023-03-17T03:50:07.154" v="104" actId="20577"/>
        <pc:sldMkLst>
          <pc:docMk/>
          <pc:sldMk cId="4132744615" sldId="267"/>
        </pc:sldMkLst>
        <pc:spChg chg="mod">
          <ac:chgData name="Thomas McNeila" userId="18010bc990319b5e" providerId="LiveId" clId="{D0D1F70C-4AC2-4142-9015-DF24C706B6A1}" dt="2023-03-17T03:49:02.554" v="56" actId="20577"/>
          <ac:spMkLst>
            <pc:docMk/>
            <pc:sldMk cId="4132744615" sldId="267"/>
            <ac:spMk id="9" creationId="{5F532683-3822-B346-3BF4-7DB55715194B}"/>
          </ac:spMkLst>
        </pc:spChg>
        <pc:spChg chg="mod">
          <ac:chgData name="Thomas McNeila" userId="18010bc990319b5e" providerId="LiveId" clId="{D0D1F70C-4AC2-4142-9015-DF24C706B6A1}" dt="2023-03-17T03:49:43.669" v="91" actId="6549"/>
          <ac:spMkLst>
            <pc:docMk/>
            <pc:sldMk cId="4132744615" sldId="267"/>
            <ac:spMk id="10" creationId="{9EB00285-8994-35CF-9494-FEE4D3E46C91}"/>
          </ac:spMkLst>
        </pc:spChg>
        <pc:spChg chg="mod">
          <ac:chgData name="Thomas McNeila" userId="18010bc990319b5e" providerId="LiveId" clId="{D0D1F70C-4AC2-4142-9015-DF24C706B6A1}" dt="2023-03-17T03:50:07.154" v="104" actId="20577"/>
          <ac:spMkLst>
            <pc:docMk/>
            <pc:sldMk cId="4132744615" sldId="267"/>
            <ac:spMk id="11" creationId="{6F82F312-FE28-98DC-C4D0-9792DD49C575}"/>
          </ac:spMkLst>
        </pc:spChg>
      </pc:sldChg>
      <pc:sldChg chg="modSp mod">
        <pc:chgData name="Thomas McNeila" userId="18010bc990319b5e" providerId="LiveId" clId="{D0D1F70C-4AC2-4142-9015-DF24C706B6A1}" dt="2023-04-05T22:06:43.298" v="379" actId="6549"/>
        <pc:sldMkLst>
          <pc:docMk/>
          <pc:sldMk cId="1415361386" sldId="269"/>
        </pc:sldMkLst>
        <pc:spChg chg="mod">
          <ac:chgData name="Thomas McNeila" userId="18010bc990319b5e" providerId="LiveId" clId="{D0D1F70C-4AC2-4142-9015-DF24C706B6A1}" dt="2023-04-05T22:06:43.298" v="379" actId="6549"/>
          <ac:spMkLst>
            <pc:docMk/>
            <pc:sldMk cId="1415361386" sldId="269"/>
            <ac:spMk id="2" creationId="{2CD04BB5-00B1-7056-9268-CA2A5386EB7C}"/>
          </ac:spMkLst>
        </pc:spChg>
        <pc:spChg chg="mod">
          <ac:chgData name="Thomas McNeila" userId="18010bc990319b5e" providerId="LiveId" clId="{D0D1F70C-4AC2-4142-9015-DF24C706B6A1}" dt="2023-04-05T22:06:40.048" v="378" actId="20577"/>
          <ac:spMkLst>
            <pc:docMk/>
            <pc:sldMk cId="1415361386" sldId="269"/>
            <ac:spMk id="3" creationId="{E3C31929-55A2-F101-86D8-3F662AC9238A}"/>
          </ac:spMkLst>
        </pc:spChg>
      </pc:sldChg>
      <pc:sldChg chg="delSp modSp mod">
        <pc:chgData name="Thomas McNeila" userId="18010bc990319b5e" providerId="LiveId" clId="{D0D1F70C-4AC2-4142-9015-DF24C706B6A1}" dt="2023-03-17T03:54:50.696" v="347" actId="6549"/>
        <pc:sldMkLst>
          <pc:docMk/>
          <pc:sldMk cId="2639149760" sldId="270"/>
        </pc:sldMkLst>
        <pc:spChg chg="mod">
          <ac:chgData name="Thomas McNeila" userId="18010bc990319b5e" providerId="LiveId" clId="{D0D1F70C-4AC2-4142-9015-DF24C706B6A1}" dt="2023-03-17T03:54:50.696" v="347" actId="6549"/>
          <ac:spMkLst>
            <pc:docMk/>
            <pc:sldMk cId="2639149760" sldId="270"/>
            <ac:spMk id="9" creationId="{5F532683-3822-B346-3BF4-7DB55715194B}"/>
          </ac:spMkLst>
        </pc:spChg>
        <pc:spChg chg="del">
          <ac:chgData name="Thomas McNeila" userId="18010bc990319b5e" providerId="LiveId" clId="{D0D1F70C-4AC2-4142-9015-DF24C706B6A1}" dt="2023-03-17T03:54:47.204" v="346" actId="478"/>
          <ac:spMkLst>
            <pc:docMk/>
            <pc:sldMk cId="2639149760" sldId="270"/>
            <ac:spMk id="10" creationId="{EC40C19B-A8FC-E3C2-AA4A-41851CFB56A0}"/>
          </ac:spMkLst>
        </pc:spChg>
      </pc:sldChg>
      <pc:sldChg chg="modSp mod">
        <pc:chgData name="Thomas McNeila" userId="18010bc990319b5e" providerId="LiveId" clId="{D0D1F70C-4AC2-4142-9015-DF24C706B6A1}" dt="2023-03-17T03:53:55.171" v="345" actId="404"/>
        <pc:sldMkLst>
          <pc:docMk/>
          <pc:sldMk cId="3623825434" sldId="273"/>
        </pc:sldMkLst>
        <pc:spChg chg="mod">
          <ac:chgData name="Thomas McNeila" userId="18010bc990319b5e" providerId="LiveId" clId="{D0D1F70C-4AC2-4142-9015-DF24C706B6A1}" dt="2023-03-17T03:53:55.171" v="345" actId="404"/>
          <ac:spMkLst>
            <pc:docMk/>
            <pc:sldMk cId="3623825434" sldId="273"/>
            <ac:spMk id="10" creationId="{F21014EB-4A56-996A-1B9B-4C48524B501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5B1DD-1AF7-4DDC-999E-C389BA234C2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753812B-E196-4BF8-9707-C7D27678A9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Introduction</a:t>
          </a:r>
        </a:p>
      </dgm:t>
    </dgm:pt>
    <dgm:pt modelId="{C1F15B8E-D37D-4492-9A9C-7ECE360CC8DB}" type="parTrans" cxnId="{CFF0C82F-91B2-48CD-8C4D-9D868D47354F}">
      <dgm:prSet/>
      <dgm:spPr/>
      <dgm:t>
        <a:bodyPr/>
        <a:lstStyle/>
        <a:p>
          <a:endParaRPr lang="en-US"/>
        </a:p>
      </dgm:t>
    </dgm:pt>
    <dgm:pt modelId="{02CEC8F7-16D0-413C-9AD8-B103630C9C09}" type="sibTrans" cxnId="{CFF0C82F-91B2-48CD-8C4D-9D868D47354F}">
      <dgm:prSet/>
      <dgm:spPr/>
      <dgm:t>
        <a:bodyPr/>
        <a:lstStyle/>
        <a:p>
          <a:endParaRPr lang="en-US"/>
        </a:p>
      </dgm:t>
    </dgm:pt>
    <dgm:pt modelId="{32336DAB-7DE3-48A5-8161-E3403AB78B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Product Driven Solution</a:t>
          </a:r>
        </a:p>
      </dgm:t>
    </dgm:pt>
    <dgm:pt modelId="{FCC50D80-7204-4B16-B3C4-15211375EB19}" type="parTrans" cxnId="{7D0D665F-47F8-4F85-ADCC-8595974561B3}">
      <dgm:prSet/>
      <dgm:spPr/>
      <dgm:t>
        <a:bodyPr/>
        <a:lstStyle/>
        <a:p>
          <a:endParaRPr lang="en-US"/>
        </a:p>
      </dgm:t>
    </dgm:pt>
    <dgm:pt modelId="{5FFDA373-5375-4355-8899-6BC909F96FA1}" type="sibTrans" cxnId="{7D0D665F-47F8-4F85-ADCC-8595974561B3}">
      <dgm:prSet/>
      <dgm:spPr/>
      <dgm:t>
        <a:bodyPr/>
        <a:lstStyle/>
        <a:p>
          <a:endParaRPr lang="en-US"/>
        </a:p>
      </dgm:t>
    </dgm:pt>
    <dgm:pt modelId="{9D9C5384-BD8B-4343-82CE-A41C454E6EA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Sales driven solution</a:t>
          </a:r>
        </a:p>
      </dgm:t>
    </dgm:pt>
    <dgm:pt modelId="{71CB4D1D-B87A-4DE0-93F7-24DFCDCEDDA0}" type="parTrans" cxnId="{96B2C369-3E1D-4665-A0A8-FA255F852175}">
      <dgm:prSet/>
      <dgm:spPr/>
      <dgm:t>
        <a:bodyPr/>
        <a:lstStyle/>
        <a:p>
          <a:endParaRPr lang="en-US"/>
        </a:p>
      </dgm:t>
    </dgm:pt>
    <dgm:pt modelId="{4251B8AA-A3A3-41B4-844E-6C6DB1F7AEEF}" type="sibTrans" cxnId="{96B2C369-3E1D-4665-A0A8-FA255F852175}">
      <dgm:prSet/>
      <dgm:spPr/>
      <dgm:t>
        <a:bodyPr/>
        <a:lstStyle/>
        <a:p>
          <a:endParaRPr lang="en-US"/>
        </a:p>
      </dgm:t>
    </dgm:pt>
    <dgm:pt modelId="{BFE21E9D-A240-4458-BE10-08893BD5E18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Building the brand through product</a:t>
          </a:r>
        </a:p>
      </dgm:t>
    </dgm:pt>
    <dgm:pt modelId="{E8761FFB-1C82-4C03-AB1D-E17E10F2D896}" type="parTrans" cxnId="{46E3D9F0-8B03-438D-9E51-9C598FAEFBCA}">
      <dgm:prSet/>
      <dgm:spPr/>
      <dgm:t>
        <a:bodyPr/>
        <a:lstStyle/>
        <a:p>
          <a:endParaRPr lang="en-US"/>
        </a:p>
      </dgm:t>
    </dgm:pt>
    <dgm:pt modelId="{3216BCFA-21A1-4DEC-A097-1E9E0581D2FF}" type="sibTrans" cxnId="{46E3D9F0-8B03-438D-9E51-9C598FAEFBCA}">
      <dgm:prSet/>
      <dgm:spPr/>
      <dgm:t>
        <a:bodyPr/>
        <a:lstStyle/>
        <a:p>
          <a:endParaRPr lang="en-US"/>
        </a:p>
      </dgm:t>
    </dgm:pt>
    <dgm:pt modelId="{28A7A999-A6D4-4965-9925-344D43E2CCD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Suggestions</a:t>
          </a:r>
        </a:p>
      </dgm:t>
    </dgm:pt>
    <dgm:pt modelId="{3714C596-149C-4E14-8FF9-4B872346E987}" type="parTrans" cxnId="{EA124975-118C-4ED8-8A95-2CFE95B8E2F0}">
      <dgm:prSet/>
      <dgm:spPr/>
      <dgm:t>
        <a:bodyPr/>
        <a:lstStyle/>
        <a:p>
          <a:endParaRPr lang="en-US"/>
        </a:p>
      </dgm:t>
    </dgm:pt>
    <dgm:pt modelId="{ABC137FD-D4A2-4A87-B2E3-29842567CF19}" type="sibTrans" cxnId="{EA124975-118C-4ED8-8A95-2CFE95B8E2F0}">
      <dgm:prSet/>
      <dgm:spPr/>
      <dgm:t>
        <a:bodyPr/>
        <a:lstStyle/>
        <a:p>
          <a:endParaRPr lang="en-US"/>
        </a:p>
      </dgm:t>
    </dgm:pt>
    <dgm:pt modelId="{D5148D4C-5B75-43FF-85D1-BD3C4EE52F7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.</a:t>
          </a:r>
        </a:p>
      </dgm:t>
    </dgm:pt>
    <dgm:pt modelId="{4A4DE6D1-CBDB-46B3-B7A2-2322A6C48B97}" type="parTrans" cxnId="{22B323DC-40E7-4F06-AC97-F3C8E12FAAF9}">
      <dgm:prSet/>
      <dgm:spPr/>
      <dgm:t>
        <a:bodyPr/>
        <a:lstStyle/>
        <a:p>
          <a:endParaRPr lang="en-US"/>
        </a:p>
      </dgm:t>
    </dgm:pt>
    <dgm:pt modelId="{2B4A1E2C-8438-480C-9C64-CCB5160F2BC6}" type="sibTrans" cxnId="{22B323DC-40E7-4F06-AC97-F3C8E12FAAF9}">
      <dgm:prSet/>
      <dgm:spPr/>
      <dgm:t>
        <a:bodyPr/>
        <a:lstStyle/>
        <a:p>
          <a:endParaRPr lang="en-US"/>
        </a:p>
      </dgm:t>
    </dgm:pt>
    <dgm:pt modelId="{6F2910DB-26CB-43B4-B50E-96CA075F88C2}" type="pres">
      <dgm:prSet presAssocID="{9C85B1DD-1AF7-4DDC-999E-C389BA234C28}" presName="root" presStyleCnt="0">
        <dgm:presLayoutVars>
          <dgm:dir/>
          <dgm:resizeHandles val="exact"/>
        </dgm:presLayoutVars>
      </dgm:prSet>
      <dgm:spPr/>
    </dgm:pt>
    <dgm:pt modelId="{C81E1E68-A80F-4D35-9E70-18AFD3808FE5}" type="pres">
      <dgm:prSet presAssocID="{4753812B-E196-4BF8-9707-C7D27678A9CD}" presName="compNode" presStyleCnt="0"/>
      <dgm:spPr/>
    </dgm:pt>
    <dgm:pt modelId="{3C9567AF-6D46-438E-A1BF-E19F64136801}" type="pres">
      <dgm:prSet presAssocID="{4753812B-E196-4BF8-9707-C7D27678A9CD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C1C2E27-537A-493E-9EE6-AAA30162183A}" type="pres">
      <dgm:prSet presAssocID="{4753812B-E196-4BF8-9707-C7D27678A9C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A29353D-A350-48C1-A62C-5EB028E5F179}" type="pres">
      <dgm:prSet presAssocID="{4753812B-E196-4BF8-9707-C7D27678A9CD}" presName="spaceRect" presStyleCnt="0"/>
      <dgm:spPr/>
    </dgm:pt>
    <dgm:pt modelId="{4BECFBC9-71C5-49EF-85B9-04F1C0553755}" type="pres">
      <dgm:prSet presAssocID="{4753812B-E196-4BF8-9707-C7D27678A9CD}" presName="textRect" presStyleLbl="revTx" presStyleIdx="0" presStyleCnt="6">
        <dgm:presLayoutVars>
          <dgm:chMax val="1"/>
          <dgm:chPref val="1"/>
        </dgm:presLayoutVars>
      </dgm:prSet>
      <dgm:spPr/>
    </dgm:pt>
    <dgm:pt modelId="{9573F52B-3C2B-4FF8-8505-9D26DE204DBD}" type="pres">
      <dgm:prSet presAssocID="{02CEC8F7-16D0-413C-9AD8-B103630C9C09}" presName="sibTrans" presStyleCnt="0"/>
      <dgm:spPr/>
    </dgm:pt>
    <dgm:pt modelId="{F6F055A3-4DB7-4A4C-9002-8B377A4DD76E}" type="pres">
      <dgm:prSet presAssocID="{32336DAB-7DE3-48A5-8161-E3403AB78BF6}" presName="compNode" presStyleCnt="0"/>
      <dgm:spPr/>
    </dgm:pt>
    <dgm:pt modelId="{E03C1D8C-F5D8-4FD5-A333-832317A76DEC}" type="pres">
      <dgm:prSet presAssocID="{32336DAB-7DE3-48A5-8161-E3403AB78BF6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FEC6275-5063-4AB3-9A97-88AF90534586}" type="pres">
      <dgm:prSet presAssocID="{32336DAB-7DE3-48A5-8161-E3403AB78BF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64E054B8-88D6-4A74-85FC-B430C0F3FB19}" type="pres">
      <dgm:prSet presAssocID="{32336DAB-7DE3-48A5-8161-E3403AB78BF6}" presName="spaceRect" presStyleCnt="0"/>
      <dgm:spPr/>
    </dgm:pt>
    <dgm:pt modelId="{7DA1B8D2-415F-4B5F-97ED-5F05ABB3F2E3}" type="pres">
      <dgm:prSet presAssocID="{32336DAB-7DE3-48A5-8161-E3403AB78BF6}" presName="textRect" presStyleLbl="revTx" presStyleIdx="1" presStyleCnt="6">
        <dgm:presLayoutVars>
          <dgm:chMax val="1"/>
          <dgm:chPref val="1"/>
        </dgm:presLayoutVars>
      </dgm:prSet>
      <dgm:spPr/>
    </dgm:pt>
    <dgm:pt modelId="{D8C8541A-A69A-4779-8E8B-ECBDF4CF1B05}" type="pres">
      <dgm:prSet presAssocID="{5FFDA373-5375-4355-8899-6BC909F96FA1}" presName="sibTrans" presStyleCnt="0"/>
      <dgm:spPr/>
    </dgm:pt>
    <dgm:pt modelId="{DAFC5697-154E-4443-9B31-CC7DFF49FCAE}" type="pres">
      <dgm:prSet presAssocID="{9D9C5384-BD8B-4343-82CE-A41C454E6EAF}" presName="compNode" presStyleCnt="0"/>
      <dgm:spPr/>
    </dgm:pt>
    <dgm:pt modelId="{8895343F-7E7B-47CE-9221-183C01FB44AC}" type="pres">
      <dgm:prSet presAssocID="{9D9C5384-BD8B-4343-82CE-A41C454E6EAF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4EBFC65-9082-4A5B-B779-447E6CC0EDD5}" type="pres">
      <dgm:prSet presAssocID="{9D9C5384-BD8B-4343-82CE-A41C454E6EA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43490044-FBDD-4C0B-84BD-7E98045C50AB}" type="pres">
      <dgm:prSet presAssocID="{9D9C5384-BD8B-4343-82CE-A41C454E6EAF}" presName="spaceRect" presStyleCnt="0"/>
      <dgm:spPr/>
    </dgm:pt>
    <dgm:pt modelId="{908A7B0C-538E-4F52-AF19-5AD6915A3550}" type="pres">
      <dgm:prSet presAssocID="{9D9C5384-BD8B-4343-82CE-A41C454E6EAF}" presName="textRect" presStyleLbl="revTx" presStyleIdx="2" presStyleCnt="6">
        <dgm:presLayoutVars>
          <dgm:chMax val="1"/>
          <dgm:chPref val="1"/>
        </dgm:presLayoutVars>
      </dgm:prSet>
      <dgm:spPr/>
    </dgm:pt>
    <dgm:pt modelId="{89984E47-DACC-4276-A9A7-A2437D9FA389}" type="pres">
      <dgm:prSet presAssocID="{4251B8AA-A3A3-41B4-844E-6C6DB1F7AEEF}" presName="sibTrans" presStyleCnt="0"/>
      <dgm:spPr/>
    </dgm:pt>
    <dgm:pt modelId="{052830FF-25FB-41D5-8930-D42DECBCE800}" type="pres">
      <dgm:prSet presAssocID="{BFE21E9D-A240-4458-BE10-08893BD5E183}" presName="compNode" presStyleCnt="0"/>
      <dgm:spPr/>
    </dgm:pt>
    <dgm:pt modelId="{8C3ED858-18AE-4A73-BFCC-FA045FD6066B}" type="pres">
      <dgm:prSet presAssocID="{BFE21E9D-A240-4458-BE10-08893BD5E183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E7F28A3-5B16-4979-A47E-62EA6F4ED7A9}" type="pres">
      <dgm:prSet presAssocID="{BFE21E9D-A240-4458-BE10-08893BD5E18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542B350-B278-4E35-A110-48F7CC3ABA5B}" type="pres">
      <dgm:prSet presAssocID="{BFE21E9D-A240-4458-BE10-08893BD5E183}" presName="spaceRect" presStyleCnt="0"/>
      <dgm:spPr/>
    </dgm:pt>
    <dgm:pt modelId="{7A85178E-E43E-4D81-AC1F-05A84A4F9E08}" type="pres">
      <dgm:prSet presAssocID="{BFE21E9D-A240-4458-BE10-08893BD5E183}" presName="textRect" presStyleLbl="revTx" presStyleIdx="3" presStyleCnt="6">
        <dgm:presLayoutVars>
          <dgm:chMax val="1"/>
          <dgm:chPref val="1"/>
        </dgm:presLayoutVars>
      </dgm:prSet>
      <dgm:spPr/>
    </dgm:pt>
    <dgm:pt modelId="{3DFB03C0-50D4-428A-9849-92B8AC652A83}" type="pres">
      <dgm:prSet presAssocID="{3216BCFA-21A1-4DEC-A097-1E9E0581D2FF}" presName="sibTrans" presStyleCnt="0"/>
      <dgm:spPr/>
    </dgm:pt>
    <dgm:pt modelId="{149A7C48-0CDF-416C-A3A3-DC94A06677F1}" type="pres">
      <dgm:prSet presAssocID="{28A7A999-A6D4-4965-9925-344D43E2CCD1}" presName="compNode" presStyleCnt="0"/>
      <dgm:spPr/>
    </dgm:pt>
    <dgm:pt modelId="{A465E521-797F-49C6-BED0-6321963E631B}" type="pres">
      <dgm:prSet presAssocID="{28A7A999-A6D4-4965-9925-344D43E2CCD1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BB0D8E2-1A38-4A38-83CC-07F836CFA26F}" type="pres">
      <dgm:prSet presAssocID="{28A7A999-A6D4-4965-9925-344D43E2CCD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4874C74B-8ADC-40A4-825C-49478A1DBE50}" type="pres">
      <dgm:prSet presAssocID="{28A7A999-A6D4-4965-9925-344D43E2CCD1}" presName="spaceRect" presStyleCnt="0"/>
      <dgm:spPr/>
    </dgm:pt>
    <dgm:pt modelId="{AB99BBA7-213C-4DB4-AC08-46876F06641C}" type="pres">
      <dgm:prSet presAssocID="{28A7A999-A6D4-4965-9925-344D43E2CCD1}" presName="textRect" presStyleLbl="revTx" presStyleIdx="4" presStyleCnt="6">
        <dgm:presLayoutVars>
          <dgm:chMax val="1"/>
          <dgm:chPref val="1"/>
        </dgm:presLayoutVars>
      </dgm:prSet>
      <dgm:spPr/>
    </dgm:pt>
    <dgm:pt modelId="{8FF4F876-10F5-4B21-A819-0A3C7F1A5FDF}" type="pres">
      <dgm:prSet presAssocID="{ABC137FD-D4A2-4A87-B2E3-29842567CF19}" presName="sibTrans" presStyleCnt="0"/>
      <dgm:spPr/>
    </dgm:pt>
    <dgm:pt modelId="{B9B784CF-F831-4B83-ACD0-A02A033B5904}" type="pres">
      <dgm:prSet presAssocID="{D5148D4C-5B75-43FF-85D1-BD3C4EE52F78}" presName="compNode" presStyleCnt="0"/>
      <dgm:spPr/>
    </dgm:pt>
    <dgm:pt modelId="{1C67D183-DBDC-44EA-B940-5E3CD638289E}" type="pres">
      <dgm:prSet presAssocID="{D5148D4C-5B75-43FF-85D1-BD3C4EE52F78}" presName="iconBgRect" presStyleLbl="bgShp" presStyleIdx="5" presStyleCnt="6" custAng="0"/>
      <dgm:spPr>
        <a:prstGeom prst="round2DiagRect">
          <a:avLst>
            <a:gd name="adj1" fmla="val 29727"/>
            <a:gd name="adj2" fmla="val 0"/>
          </a:avLst>
        </a:prstGeom>
      </dgm:spPr>
    </dgm:pt>
    <dgm:pt modelId="{293F0403-342F-4969-B5EE-BE3B716D2BB2}" type="pres">
      <dgm:prSet presAssocID="{D5148D4C-5B75-43FF-85D1-BD3C4EE52F7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CCEE7EE0-A16A-40E0-8435-C6A0BAD7545E}" type="pres">
      <dgm:prSet presAssocID="{D5148D4C-5B75-43FF-85D1-BD3C4EE52F78}" presName="spaceRect" presStyleCnt="0"/>
      <dgm:spPr/>
    </dgm:pt>
    <dgm:pt modelId="{A727E84C-9A1A-400B-BFB8-CDE1437F715C}" type="pres">
      <dgm:prSet presAssocID="{D5148D4C-5B75-43FF-85D1-BD3C4EE52F7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FF0C82F-91B2-48CD-8C4D-9D868D47354F}" srcId="{9C85B1DD-1AF7-4DDC-999E-C389BA234C28}" destId="{4753812B-E196-4BF8-9707-C7D27678A9CD}" srcOrd="0" destOrd="0" parTransId="{C1F15B8E-D37D-4492-9A9C-7ECE360CC8DB}" sibTransId="{02CEC8F7-16D0-413C-9AD8-B103630C9C09}"/>
    <dgm:cxn modelId="{193FA73F-69DA-42CA-A959-5046BBE60305}" type="presOf" srcId="{32336DAB-7DE3-48A5-8161-E3403AB78BF6}" destId="{7DA1B8D2-415F-4B5F-97ED-5F05ABB3F2E3}" srcOrd="0" destOrd="0" presId="urn:microsoft.com/office/officeart/2018/5/layout/IconLeafLabelList"/>
    <dgm:cxn modelId="{7D0D665F-47F8-4F85-ADCC-8595974561B3}" srcId="{9C85B1DD-1AF7-4DDC-999E-C389BA234C28}" destId="{32336DAB-7DE3-48A5-8161-E3403AB78BF6}" srcOrd="1" destOrd="0" parTransId="{FCC50D80-7204-4B16-B3C4-15211375EB19}" sibTransId="{5FFDA373-5375-4355-8899-6BC909F96FA1}"/>
    <dgm:cxn modelId="{96B2C369-3E1D-4665-A0A8-FA255F852175}" srcId="{9C85B1DD-1AF7-4DDC-999E-C389BA234C28}" destId="{9D9C5384-BD8B-4343-82CE-A41C454E6EAF}" srcOrd="2" destOrd="0" parTransId="{71CB4D1D-B87A-4DE0-93F7-24DFCDCEDDA0}" sibTransId="{4251B8AA-A3A3-41B4-844E-6C6DB1F7AEEF}"/>
    <dgm:cxn modelId="{EA124975-118C-4ED8-8A95-2CFE95B8E2F0}" srcId="{9C85B1DD-1AF7-4DDC-999E-C389BA234C28}" destId="{28A7A999-A6D4-4965-9925-344D43E2CCD1}" srcOrd="4" destOrd="0" parTransId="{3714C596-149C-4E14-8FF9-4B872346E987}" sibTransId="{ABC137FD-D4A2-4A87-B2E3-29842567CF19}"/>
    <dgm:cxn modelId="{DB1AD996-1FFD-4279-9A08-01B5C22048B4}" type="presOf" srcId="{9C85B1DD-1AF7-4DDC-999E-C389BA234C28}" destId="{6F2910DB-26CB-43B4-B50E-96CA075F88C2}" srcOrd="0" destOrd="0" presId="urn:microsoft.com/office/officeart/2018/5/layout/IconLeafLabelList"/>
    <dgm:cxn modelId="{7F0C729B-1DAA-4EBA-AAC2-76B851437758}" type="presOf" srcId="{D5148D4C-5B75-43FF-85D1-BD3C4EE52F78}" destId="{A727E84C-9A1A-400B-BFB8-CDE1437F715C}" srcOrd="0" destOrd="0" presId="urn:microsoft.com/office/officeart/2018/5/layout/IconLeafLabelList"/>
    <dgm:cxn modelId="{899942AF-960B-4A4F-BD3E-A9AE1F888208}" type="presOf" srcId="{28A7A999-A6D4-4965-9925-344D43E2CCD1}" destId="{AB99BBA7-213C-4DB4-AC08-46876F06641C}" srcOrd="0" destOrd="0" presId="urn:microsoft.com/office/officeart/2018/5/layout/IconLeafLabelList"/>
    <dgm:cxn modelId="{F569A9B0-ED8D-4C70-9E9B-49ED384E1402}" type="presOf" srcId="{4753812B-E196-4BF8-9707-C7D27678A9CD}" destId="{4BECFBC9-71C5-49EF-85B9-04F1C0553755}" srcOrd="0" destOrd="0" presId="urn:microsoft.com/office/officeart/2018/5/layout/IconLeafLabelList"/>
    <dgm:cxn modelId="{A919CCC1-9FC3-481B-AA18-D07F5F355069}" type="presOf" srcId="{9D9C5384-BD8B-4343-82CE-A41C454E6EAF}" destId="{908A7B0C-538E-4F52-AF19-5AD6915A3550}" srcOrd="0" destOrd="0" presId="urn:microsoft.com/office/officeart/2018/5/layout/IconLeafLabelList"/>
    <dgm:cxn modelId="{22B323DC-40E7-4F06-AC97-F3C8E12FAAF9}" srcId="{9C85B1DD-1AF7-4DDC-999E-C389BA234C28}" destId="{D5148D4C-5B75-43FF-85D1-BD3C4EE52F78}" srcOrd="5" destOrd="0" parTransId="{4A4DE6D1-CBDB-46B3-B7A2-2322A6C48B97}" sibTransId="{2B4A1E2C-8438-480C-9C64-CCB5160F2BC6}"/>
    <dgm:cxn modelId="{10BCB3EA-A5AB-4333-81A8-AC39F9A60999}" type="presOf" srcId="{BFE21E9D-A240-4458-BE10-08893BD5E183}" destId="{7A85178E-E43E-4D81-AC1F-05A84A4F9E08}" srcOrd="0" destOrd="0" presId="urn:microsoft.com/office/officeart/2018/5/layout/IconLeafLabelList"/>
    <dgm:cxn modelId="{46E3D9F0-8B03-438D-9E51-9C598FAEFBCA}" srcId="{9C85B1DD-1AF7-4DDC-999E-C389BA234C28}" destId="{BFE21E9D-A240-4458-BE10-08893BD5E183}" srcOrd="3" destOrd="0" parTransId="{E8761FFB-1C82-4C03-AB1D-E17E10F2D896}" sibTransId="{3216BCFA-21A1-4DEC-A097-1E9E0581D2FF}"/>
    <dgm:cxn modelId="{4BA382B3-3108-40CA-9F35-E68B1983E3A8}" type="presParOf" srcId="{6F2910DB-26CB-43B4-B50E-96CA075F88C2}" destId="{C81E1E68-A80F-4D35-9E70-18AFD3808FE5}" srcOrd="0" destOrd="0" presId="urn:microsoft.com/office/officeart/2018/5/layout/IconLeafLabelList"/>
    <dgm:cxn modelId="{E083D970-D6F2-4D56-BFD5-5A4743F65709}" type="presParOf" srcId="{C81E1E68-A80F-4D35-9E70-18AFD3808FE5}" destId="{3C9567AF-6D46-438E-A1BF-E19F64136801}" srcOrd="0" destOrd="0" presId="urn:microsoft.com/office/officeart/2018/5/layout/IconLeafLabelList"/>
    <dgm:cxn modelId="{3C0BB9B4-699A-42E0-90D1-A919F3532061}" type="presParOf" srcId="{C81E1E68-A80F-4D35-9E70-18AFD3808FE5}" destId="{9C1C2E27-537A-493E-9EE6-AAA30162183A}" srcOrd="1" destOrd="0" presId="urn:microsoft.com/office/officeart/2018/5/layout/IconLeafLabelList"/>
    <dgm:cxn modelId="{9205D7C8-41E0-444D-A8F6-402A6D766400}" type="presParOf" srcId="{C81E1E68-A80F-4D35-9E70-18AFD3808FE5}" destId="{8A29353D-A350-48C1-A62C-5EB028E5F179}" srcOrd="2" destOrd="0" presId="urn:microsoft.com/office/officeart/2018/5/layout/IconLeafLabelList"/>
    <dgm:cxn modelId="{CDC4E8BB-27AD-44ED-BB59-859FE4D55CA6}" type="presParOf" srcId="{C81E1E68-A80F-4D35-9E70-18AFD3808FE5}" destId="{4BECFBC9-71C5-49EF-85B9-04F1C0553755}" srcOrd="3" destOrd="0" presId="urn:microsoft.com/office/officeart/2018/5/layout/IconLeafLabelList"/>
    <dgm:cxn modelId="{4246DC5E-42AD-4C0D-9775-39065742589C}" type="presParOf" srcId="{6F2910DB-26CB-43B4-B50E-96CA075F88C2}" destId="{9573F52B-3C2B-4FF8-8505-9D26DE204DBD}" srcOrd="1" destOrd="0" presId="urn:microsoft.com/office/officeart/2018/5/layout/IconLeafLabelList"/>
    <dgm:cxn modelId="{F3F3ACE3-4CF9-41D3-AA41-15BA1C49C8D5}" type="presParOf" srcId="{6F2910DB-26CB-43B4-B50E-96CA075F88C2}" destId="{F6F055A3-4DB7-4A4C-9002-8B377A4DD76E}" srcOrd="2" destOrd="0" presId="urn:microsoft.com/office/officeart/2018/5/layout/IconLeafLabelList"/>
    <dgm:cxn modelId="{E43F21B1-8EE0-4737-B769-BE04AB3CCD72}" type="presParOf" srcId="{F6F055A3-4DB7-4A4C-9002-8B377A4DD76E}" destId="{E03C1D8C-F5D8-4FD5-A333-832317A76DEC}" srcOrd="0" destOrd="0" presId="urn:microsoft.com/office/officeart/2018/5/layout/IconLeafLabelList"/>
    <dgm:cxn modelId="{3CEA3729-3AFC-4A1E-B587-53D41DEDF459}" type="presParOf" srcId="{F6F055A3-4DB7-4A4C-9002-8B377A4DD76E}" destId="{DFEC6275-5063-4AB3-9A97-88AF90534586}" srcOrd="1" destOrd="0" presId="urn:microsoft.com/office/officeart/2018/5/layout/IconLeafLabelList"/>
    <dgm:cxn modelId="{57FC7749-E7A9-48E4-B5C3-4EFD8753432C}" type="presParOf" srcId="{F6F055A3-4DB7-4A4C-9002-8B377A4DD76E}" destId="{64E054B8-88D6-4A74-85FC-B430C0F3FB19}" srcOrd="2" destOrd="0" presId="urn:microsoft.com/office/officeart/2018/5/layout/IconLeafLabelList"/>
    <dgm:cxn modelId="{6BAAA006-B7E6-428F-8047-4B6D3798DEF0}" type="presParOf" srcId="{F6F055A3-4DB7-4A4C-9002-8B377A4DD76E}" destId="{7DA1B8D2-415F-4B5F-97ED-5F05ABB3F2E3}" srcOrd="3" destOrd="0" presId="urn:microsoft.com/office/officeart/2018/5/layout/IconLeafLabelList"/>
    <dgm:cxn modelId="{D96EBE89-CFDB-42D8-AF9D-6928A79A3165}" type="presParOf" srcId="{6F2910DB-26CB-43B4-B50E-96CA075F88C2}" destId="{D8C8541A-A69A-4779-8E8B-ECBDF4CF1B05}" srcOrd="3" destOrd="0" presId="urn:microsoft.com/office/officeart/2018/5/layout/IconLeafLabelList"/>
    <dgm:cxn modelId="{1F78DAFC-D1DC-467E-88A9-BD4E683A88AC}" type="presParOf" srcId="{6F2910DB-26CB-43B4-B50E-96CA075F88C2}" destId="{DAFC5697-154E-4443-9B31-CC7DFF49FCAE}" srcOrd="4" destOrd="0" presId="urn:microsoft.com/office/officeart/2018/5/layout/IconLeafLabelList"/>
    <dgm:cxn modelId="{D464D045-658E-4D1B-B9D8-B560C951CC67}" type="presParOf" srcId="{DAFC5697-154E-4443-9B31-CC7DFF49FCAE}" destId="{8895343F-7E7B-47CE-9221-183C01FB44AC}" srcOrd="0" destOrd="0" presId="urn:microsoft.com/office/officeart/2018/5/layout/IconLeafLabelList"/>
    <dgm:cxn modelId="{FB3AE0AE-B1FB-44C0-8633-999BA17F811F}" type="presParOf" srcId="{DAFC5697-154E-4443-9B31-CC7DFF49FCAE}" destId="{C4EBFC65-9082-4A5B-B779-447E6CC0EDD5}" srcOrd="1" destOrd="0" presId="urn:microsoft.com/office/officeart/2018/5/layout/IconLeafLabelList"/>
    <dgm:cxn modelId="{076A8062-BD30-4308-B5A7-F8972426B3D9}" type="presParOf" srcId="{DAFC5697-154E-4443-9B31-CC7DFF49FCAE}" destId="{43490044-FBDD-4C0B-84BD-7E98045C50AB}" srcOrd="2" destOrd="0" presId="urn:microsoft.com/office/officeart/2018/5/layout/IconLeafLabelList"/>
    <dgm:cxn modelId="{BBA6813A-6269-4D6E-9757-3F2B8578BAA6}" type="presParOf" srcId="{DAFC5697-154E-4443-9B31-CC7DFF49FCAE}" destId="{908A7B0C-538E-4F52-AF19-5AD6915A3550}" srcOrd="3" destOrd="0" presId="urn:microsoft.com/office/officeart/2018/5/layout/IconLeafLabelList"/>
    <dgm:cxn modelId="{6F273BDB-120C-4FD2-B2EF-58BAFB2832F4}" type="presParOf" srcId="{6F2910DB-26CB-43B4-B50E-96CA075F88C2}" destId="{89984E47-DACC-4276-A9A7-A2437D9FA389}" srcOrd="5" destOrd="0" presId="urn:microsoft.com/office/officeart/2018/5/layout/IconLeafLabelList"/>
    <dgm:cxn modelId="{7120869F-8499-416D-87EE-72BAD0819F02}" type="presParOf" srcId="{6F2910DB-26CB-43B4-B50E-96CA075F88C2}" destId="{052830FF-25FB-41D5-8930-D42DECBCE800}" srcOrd="6" destOrd="0" presId="urn:microsoft.com/office/officeart/2018/5/layout/IconLeafLabelList"/>
    <dgm:cxn modelId="{994C156A-2E0A-4522-B6B6-2FB8624C4732}" type="presParOf" srcId="{052830FF-25FB-41D5-8930-D42DECBCE800}" destId="{8C3ED858-18AE-4A73-BFCC-FA045FD6066B}" srcOrd="0" destOrd="0" presId="urn:microsoft.com/office/officeart/2018/5/layout/IconLeafLabelList"/>
    <dgm:cxn modelId="{90044648-333E-4311-A0E0-C34BD56EFFC7}" type="presParOf" srcId="{052830FF-25FB-41D5-8930-D42DECBCE800}" destId="{FE7F28A3-5B16-4979-A47E-62EA6F4ED7A9}" srcOrd="1" destOrd="0" presId="urn:microsoft.com/office/officeart/2018/5/layout/IconLeafLabelList"/>
    <dgm:cxn modelId="{D5581756-4A8A-40A8-A556-0C9AEFF461F8}" type="presParOf" srcId="{052830FF-25FB-41D5-8930-D42DECBCE800}" destId="{3542B350-B278-4E35-A110-48F7CC3ABA5B}" srcOrd="2" destOrd="0" presId="urn:microsoft.com/office/officeart/2018/5/layout/IconLeafLabelList"/>
    <dgm:cxn modelId="{2F6A90F3-95C7-442E-850B-636AB8B7D360}" type="presParOf" srcId="{052830FF-25FB-41D5-8930-D42DECBCE800}" destId="{7A85178E-E43E-4D81-AC1F-05A84A4F9E08}" srcOrd="3" destOrd="0" presId="urn:microsoft.com/office/officeart/2018/5/layout/IconLeafLabelList"/>
    <dgm:cxn modelId="{72240D91-ADD7-4A4A-AC37-0D69BE103717}" type="presParOf" srcId="{6F2910DB-26CB-43B4-B50E-96CA075F88C2}" destId="{3DFB03C0-50D4-428A-9849-92B8AC652A83}" srcOrd="7" destOrd="0" presId="urn:microsoft.com/office/officeart/2018/5/layout/IconLeafLabelList"/>
    <dgm:cxn modelId="{82DC5018-E956-4424-800F-E1AA683A64DB}" type="presParOf" srcId="{6F2910DB-26CB-43B4-B50E-96CA075F88C2}" destId="{149A7C48-0CDF-416C-A3A3-DC94A06677F1}" srcOrd="8" destOrd="0" presId="urn:microsoft.com/office/officeart/2018/5/layout/IconLeafLabelList"/>
    <dgm:cxn modelId="{22CCFDDF-A4F0-4473-9863-D36A4ACF0F60}" type="presParOf" srcId="{149A7C48-0CDF-416C-A3A3-DC94A06677F1}" destId="{A465E521-797F-49C6-BED0-6321963E631B}" srcOrd="0" destOrd="0" presId="urn:microsoft.com/office/officeart/2018/5/layout/IconLeafLabelList"/>
    <dgm:cxn modelId="{50C49ECF-6E6E-4793-B9FF-E01A8D6EB597}" type="presParOf" srcId="{149A7C48-0CDF-416C-A3A3-DC94A06677F1}" destId="{BBB0D8E2-1A38-4A38-83CC-07F836CFA26F}" srcOrd="1" destOrd="0" presId="urn:microsoft.com/office/officeart/2018/5/layout/IconLeafLabelList"/>
    <dgm:cxn modelId="{0409157F-C770-4667-A0C4-7A009749ECB4}" type="presParOf" srcId="{149A7C48-0CDF-416C-A3A3-DC94A06677F1}" destId="{4874C74B-8ADC-40A4-825C-49478A1DBE50}" srcOrd="2" destOrd="0" presId="urn:microsoft.com/office/officeart/2018/5/layout/IconLeafLabelList"/>
    <dgm:cxn modelId="{9644EFCB-412D-4264-A988-874D2FC90479}" type="presParOf" srcId="{149A7C48-0CDF-416C-A3A3-DC94A06677F1}" destId="{AB99BBA7-213C-4DB4-AC08-46876F06641C}" srcOrd="3" destOrd="0" presId="urn:microsoft.com/office/officeart/2018/5/layout/IconLeafLabelList"/>
    <dgm:cxn modelId="{220147F9-C9EF-4C8A-8FCB-6CB0C5CCD392}" type="presParOf" srcId="{6F2910DB-26CB-43B4-B50E-96CA075F88C2}" destId="{8FF4F876-10F5-4B21-A819-0A3C7F1A5FDF}" srcOrd="9" destOrd="0" presId="urn:microsoft.com/office/officeart/2018/5/layout/IconLeafLabelList"/>
    <dgm:cxn modelId="{EA9FA8E0-15FB-4379-B53E-38BEBE5B13CB}" type="presParOf" srcId="{6F2910DB-26CB-43B4-B50E-96CA075F88C2}" destId="{B9B784CF-F831-4B83-ACD0-A02A033B5904}" srcOrd="10" destOrd="0" presId="urn:microsoft.com/office/officeart/2018/5/layout/IconLeafLabelList"/>
    <dgm:cxn modelId="{83823928-803E-434B-B032-CBD5798074A7}" type="presParOf" srcId="{B9B784CF-F831-4B83-ACD0-A02A033B5904}" destId="{1C67D183-DBDC-44EA-B940-5E3CD638289E}" srcOrd="0" destOrd="0" presId="urn:microsoft.com/office/officeart/2018/5/layout/IconLeafLabelList"/>
    <dgm:cxn modelId="{69694569-912B-4446-94DC-5E90643E6390}" type="presParOf" srcId="{B9B784CF-F831-4B83-ACD0-A02A033B5904}" destId="{293F0403-342F-4969-B5EE-BE3B716D2BB2}" srcOrd="1" destOrd="0" presId="urn:microsoft.com/office/officeart/2018/5/layout/IconLeafLabelList"/>
    <dgm:cxn modelId="{E6FA331E-08B9-4CDB-9B06-9FBB4713C565}" type="presParOf" srcId="{B9B784CF-F831-4B83-ACD0-A02A033B5904}" destId="{CCEE7EE0-A16A-40E0-8435-C6A0BAD7545E}" srcOrd="2" destOrd="0" presId="urn:microsoft.com/office/officeart/2018/5/layout/IconLeafLabelList"/>
    <dgm:cxn modelId="{E765D8F9-72AA-4B18-A0EB-B4F75E51E854}" type="presParOf" srcId="{B9B784CF-F831-4B83-ACD0-A02A033B5904}" destId="{A727E84C-9A1A-400B-BFB8-CDE1437F715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567AF-6D46-438E-A1BF-E19F64136801}">
      <dsp:nvSpPr>
        <dsp:cNvPr id="0" name=""/>
        <dsp:cNvSpPr/>
      </dsp:nvSpPr>
      <dsp:spPr>
        <a:xfrm>
          <a:off x="340423" y="542615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C2E27-537A-493E-9EE6-AAA30162183A}">
      <dsp:nvSpPr>
        <dsp:cNvPr id="0" name=""/>
        <dsp:cNvSpPr/>
      </dsp:nvSpPr>
      <dsp:spPr>
        <a:xfrm>
          <a:off x="565739" y="767931"/>
          <a:ext cx="606621" cy="6066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CFBC9-71C5-49EF-85B9-04F1C0553755}">
      <dsp:nvSpPr>
        <dsp:cNvPr id="0" name=""/>
        <dsp:cNvSpPr/>
      </dsp:nvSpPr>
      <dsp:spPr>
        <a:xfrm>
          <a:off x="2448" y="1929177"/>
          <a:ext cx="1733203" cy="69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Introduction</a:t>
          </a:r>
        </a:p>
      </dsp:txBody>
      <dsp:txXfrm>
        <a:off x="2448" y="1929177"/>
        <a:ext cx="1733203" cy="693281"/>
      </dsp:txXfrm>
    </dsp:sp>
    <dsp:sp modelId="{E03C1D8C-F5D8-4FD5-A333-832317A76DEC}">
      <dsp:nvSpPr>
        <dsp:cNvPr id="0" name=""/>
        <dsp:cNvSpPr/>
      </dsp:nvSpPr>
      <dsp:spPr>
        <a:xfrm>
          <a:off x="2376937" y="542615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C6275-5063-4AB3-9A97-88AF90534586}">
      <dsp:nvSpPr>
        <dsp:cNvPr id="0" name=""/>
        <dsp:cNvSpPr/>
      </dsp:nvSpPr>
      <dsp:spPr>
        <a:xfrm>
          <a:off x="2602253" y="767931"/>
          <a:ext cx="606621" cy="6066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1B8D2-415F-4B5F-97ED-5F05ABB3F2E3}">
      <dsp:nvSpPr>
        <dsp:cNvPr id="0" name=""/>
        <dsp:cNvSpPr/>
      </dsp:nvSpPr>
      <dsp:spPr>
        <a:xfrm>
          <a:off x="2038962" y="1929177"/>
          <a:ext cx="1733203" cy="69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Product Driven Solution</a:t>
          </a:r>
        </a:p>
      </dsp:txBody>
      <dsp:txXfrm>
        <a:off x="2038962" y="1929177"/>
        <a:ext cx="1733203" cy="693281"/>
      </dsp:txXfrm>
    </dsp:sp>
    <dsp:sp modelId="{8895343F-7E7B-47CE-9221-183C01FB44AC}">
      <dsp:nvSpPr>
        <dsp:cNvPr id="0" name=""/>
        <dsp:cNvSpPr/>
      </dsp:nvSpPr>
      <dsp:spPr>
        <a:xfrm>
          <a:off x="4413450" y="542615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EBFC65-9082-4A5B-B779-447E6CC0EDD5}">
      <dsp:nvSpPr>
        <dsp:cNvPr id="0" name=""/>
        <dsp:cNvSpPr/>
      </dsp:nvSpPr>
      <dsp:spPr>
        <a:xfrm>
          <a:off x="4638767" y="767931"/>
          <a:ext cx="606621" cy="6066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7B0C-538E-4F52-AF19-5AD6915A3550}">
      <dsp:nvSpPr>
        <dsp:cNvPr id="0" name=""/>
        <dsp:cNvSpPr/>
      </dsp:nvSpPr>
      <dsp:spPr>
        <a:xfrm>
          <a:off x="4075476" y="1929177"/>
          <a:ext cx="1733203" cy="69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Sales driven solution</a:t>
          </a:r>
        </a:p>
      </dsp:txBody>
      <dsp:txXfrm>
        <a:off x="4075476" y="1929177"/>
        <a:ext cx="1733203" cy="693281"/>
      </dsp:txXfrm>
    </dsp:sp>
    <dsp:sp modelId="{8C3ED858-18AE-4A73-BFCC-FA045FD6066B}">
      <dsp:nvSpPr>
        <dsp:cNvPr id="0" name=""/>
        <dsp:cNvSpPr/>
      </dsp:nvSpPr>
      <dsp:spPr>
        <a:xfrm>
          <a:off x="340423" y="3055759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7F28A3-5B16-4979-A47E-62EA6F4ED7A9}">
      <dsp:nvSpPr>
        <dsp:cNvPr id="0" name=""/>
        <dsp:cNvSpPr/>
      </dsp:nvSpPr>
      <dsp:spPr>
        <a:xfrm>
          <a:off x="565739" y="3281076"/>
          <a:ext cx="606621" cy="6066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5178E-E43E-4D81-AC1F-05A84A4F9E08}">
      <dsp:nvSpPr>
        <dsp:cNvPr id="0" name=""/>
        <dsp:cNvSpPr/>
      </dsp:nvSpPr>
      <dsp:spPr>
        <a:xfrm>
          <a:off x="2448" y="4442322"/>
          <a:ext cx="1733203" cy="69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Building the brand through product</a:t>
          </a:r>
        </a:p>
      </dsp:txBody>
      <dsp:txXfrm>
        <a:off x="2448" y="4442322"/>
        <a:ext cx="1733203" cy="693281"/>
      </dsp:txXfrm>
    </dsp:sp>
    <dsp:sp modelId="{A465E521-797F-49C6-BED0-6321963E631B}">
      <dsp:nvSpPr>
        <dsp:cNvPr id="0" name=""/>
        <dsp:cNvSpPr/>
      </dsp:nvSpPr>
      <dsp:spPr>
        <a:xfrm>
          <a:off x="2376937" y="3055759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0D8E2-1A38-4A38-83CC-07F836CFA26F}">
      <dsp:nvSpPr>
        <dsp:cNvPr id="0" name=""/>
        <dsp:cNvSpPr/>
      </dsp:nvSpPr>
      <dsp:spPr>
        <a:xfrm>
          <a:off x="2602253" y="3281076"/>
          <a:ext cx="606621" cy="6066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9BBA7-213C-4DB4-AC08-46876F06641C}">
      <dsp:nvSpPr>
        <dsp:cNvPr id="0" name=""/>
        <dsp:cNvSpPr/>
      </dsp:nvSpPr>
      <dsp:spPr>
        <a:xfrm>
          <a:off x="2038962" y="4442322"/>
          <a:ext cx="1733203" cy="69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Suggestions</a:t>
          </a:r>
        </a:p>
      </dsp:txBody>
      <dsp:txXfrm>
        <a:off x="2038962" y="4442322"/>
        <a:ext cx="1733203" cy="693281"/>
      </dsp:txXfrm>
    </dsp:sp>
    <dsp:sp modelId="{1C67D183-DBDC-44EA-B940-5E3CD638289E}">
      <dsp:nvSpPr>
        <dsp:cNvPr id="0" name=""/>
        <dsp:cNvSpPr/>
      </dsp:nvSpPr>
      <dsp:spPr>
        <a:xfrm>
          <a:off x="4413450" y="3055759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F0403-342F-4969-B5EE-BE3B716D2BB2}">
      <dsp:nvSpPr>
        <dsp:cNvPr id="0" name=""/>
        <dsp:cNvSpPr/>
      </dsp:nvSpPr>
      <dsp:spPr>
        <a:xfrm>
          <a:off x="4638767" y="3281076"/>
          <a:ext cx="606621" cy="6066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7E84C-9A1A-400B-BFB8-CDE1437F715C}">
      <dsp:nvSpPr>
        <dsp:cNvPr id="0" name=""/>
        <dsp:cNvSpPr/>
      </dsp:nvSpPr>
      <dsp:spPr>
        <a:xfrm>
          <a:off x="4075476" y="4442322"/>
          <a:ext cx="1733203" cy="69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.</a:t>
          </a:r>
        </a:p>
      </dsp:txBody>
      <dsp:txXfrm>
        <a:off x="4075476" y="4442322"/>
        <a:ext cx="1733203" cy="693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6736-6E43-0B71-7784-2579F5E48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06B42-3599-FDD3-AB08-A9056401F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87DE-C02B-ADB9-D4A7-3A619F37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BC2FB-8C23-D3D7-A80D-6EDAF5C6B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CF5C5-7955-6078-0490-01207804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2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35BD-EBB7-D2A3-0308-9ED60F55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1EA4-B3D9-B0D6-6C49-908EDB15A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40BF0-B6C4-95C2-A1D1-C616A3CF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D7657-9873-1482-700D-44F56A24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E980E-1947-F576-77C9-FABBCE8C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1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E3BF-ADDA-A21B-BC73-B003D522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916E0-0F89-E45B-6850-46297FD2E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E8F02-43CA-ECDA-97CC-ECEF195D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0A3F-FB13-A4A7-3876-37CD8BC9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E54D-D672-5544-3353-081928BB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8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A2A6-D28E-EFE3-47AD-0D9EF230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D621-FD9F-023F-BFCA-9D30B596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88F53-C5CD-EA9B-D137-78AB32503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5EFB3-2437-250F-0264-4266BF0C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73BA9-1D13-E757-B707-4CAC460A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B274B-B886-21B9-C6C6-4D6E0002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72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577E-ED95-2B49-3F29-623627B9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9A1A8-CC10-870F-9D14-5384A751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0D305-F2C4-449A-F3EF-63B87C365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80376-4FB5-C76B-72A3-6270A11D8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5A9B2-336E-BE0A-E802-48AF45B59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F733C-01AB-EE5D-11C3-AD618AF8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1EE73-27AA-882B-4D64-029FEB67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52222-FFFE-92BA-5AE2-4CDC0A7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8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AA90-B28B-03FD-8410-27764C09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3EBD9-0DF8-F57A-C42B-11BE4C16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DB8D5-23BA-599E-E1ED-B9266396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478B0-08AF-6760-4473-0B7DA9C4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1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80125-AF72-FA39-7CE7-82596B0B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64A74-32BA-D689-26E2-16738459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E0314-CC77-D96B-2B31-290202DA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1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FCB-CBB6-2C9A-CCDA-35D19E3C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59101-0891-0A6A-AFD2-ADD81DFC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DD41B-0EA1-7CB2-2CF1-6167AAC68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8F695-093D-4727-BC81-62ECAC1E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BA26F-7612-A850-05D8-F0AD335D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ABA62-9717-2F54-43E3-CC434F98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3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325F-A08C-C44F-BC7C-4BC741ED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90AE2-A8B7-AC6D-8ACA-7F749A6DF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54FC2-837C-07EF-B50B-587D568B0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B191B-45F1-1735-7F6A-5FE942B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0978D-D69F-EC6B-B7DC-398C0916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4CF17-D7FC-B18D-F8DC-3DAD9935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6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9F95-6512-6FDB-41C9-1D9339E1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F8C88-C612-3A14-A558-9C310BAB2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BC5E3-7C6D-3855-4843-848CEF1C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1F7E-BB4F-EE41-8413-3DB31A6E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22A9E-C4A3-DFA0-CEB8-925376A8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5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E004FF-FD3D-7942-8FBA-8D63F0152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7EF35-1CD3-E46C-BCD4-B2D18B462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4F69-6CE2-043E-224A-A4882EBE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16A7D-4498-E56A-D3BC-DAEF3034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DC988-2A02-D5FF-E059-EF728578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E7535-3FC5-EF9E-B2B2-D91F4923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EB317-9544-43A9-1C7C-A1F8AC80C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2878C-7DCA-10CF-2DB9-D147344B2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E1639-A5B2-4E71-87A6-1BB540050C53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A9691-5A51-2E94-DA7B-BCA588375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1C4A5-C221-8C76-4082-D1454E9C7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BF841-7C8C-4754-8DEE-1E4DE609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0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04BB5-00B1-7056-9268-CA2A5386E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dirty="0"/>
              <a:t>Revenue Grid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31929-55A2-F101-86D8-3F662AC92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6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6" name="TextBox 2">
            <a:extLst>
              <a:ext uri="{FF2B5EF4-FFF2-40B4-BE49-F238E27FC236}">
                <a16:creationId xmlns:a16="http://schemas.microsoft.com/office/drawing/2014/main" id="{36BD4A6B-23BC-FEE4-CBCA-00BBB2CB4A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78398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A19A97-AB51-169E-DF9E-F6EF6F2196F6}"/>
              </a:ext>
            </a:extLst>
          </p:cNvPr>
          <p:cNvSpPr txBox="1"/>
          <p:nvPr/>
        </p:nvSpPr>
        <p:spPr>
          <a:xfrm>
            <a:off x="9825135" y="4982547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6. GO-TO-MARKET</a:t>
            </a:r>
          </a:p>
        </p:txBody>
      </p:sp>
    </p:spTree>
    <p:extLst>
      <p:ext uri="{BB962C8B-B14F-4D97-AF65-F5344CB8AC3E}">
        <p14:creationId xmlns:p14="http://schemas.microsoft.com/office/powerpoint/2010/main" val="225168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Introduction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CEB98A-A9E5-B5B7-16BE-2F1C76BFFFE5}"/>
              </a:ext>
            </a:extLst>
          </p:cNvPr>
          <p:cNvGrpSpPr>
            <a:grpSpLocks noChangeAspect="1"/>
          </p:cNvGrpSpPr>
          <p:nvPr/>
        </p:nvGrpSpPr>
        <p:grpSpPr>
          <a:xfrm>
            <a:off x="11338560" y="6035040"/>
            <a:ext cx="731520" cy="731520"/>
            <a:chOff x="3732187" y="5636786"/>
            <a:chExt cx="1057253" cy="1057253"/>
          </a:xfrm>
        </p:grpSpPr>
        <p:sp>
          <p:nvSpPr>
            <p:cNvPr id="3" name="Rectangle: Diagonal Corners Rounded 2">
              <a:extLst>
                <a:ext uri="{FF2B5EF4-FFF2-40B4-BE49-F238E27FC236}">
                  <a16:creationId xmlns:a16="http://schemas.microsoft.com/office/drawing/2014/main" id="{5B43BF6F-816E-B5EA-694A-C8C452DE94BA}"/>
                </a:ext>
              </a:extLst>
            </p:cNvPr>
            <p:cNvSpPr/>
            <p:nvPr/>
          </p:nvSpPr>
          <p:spPr>
            <a:xfrm>
              <a:off x="3732187" y="5636786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4" name="Rectangle 3" descr="Subtitles">
              <a:extLst>
                <a:ext uri="{FF2B5EF4-FFF2-40B4-BE49-F238E27FC236}">
                  <a16:creationId xmlns:a16="http://schemas.microsoft.com/office/drawing/2014/main" id="{DBE6ADC7-DAA1-FADF-1B03-F4C90D630359}"/>
                </a:ext>
              </a:extLst>
            </p:cNvPr>
            <p:cNvSpPr/>
            <p:nvPr/>
          </p:nvSpPr>
          <p:spPr>
            <a:xfrm>
              <a:off x="3957502" y="5862101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3D9F69-BB5B-FFA9-AC81-68527551BFFC}"/>
              </a:ext>
            </a:extLst>
          </p:cNvPr>
          <p:cNvSpPr txBox="1"/>
          <p:nvPr/>
        </p:nvSpPr>
        <p:spPr>
          <a:xfrm>
            <a:off x="4500648" y="886603"/>
            <a:ext cx="59822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providing some recommendations based on my review of the Revenue Grid website and social media pages.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reviewed through the lens of a product marketer and what I think would add value to your promotional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 review is high level so my insight is limited to what I had access to.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68F8E-2A6C-5789-80C2-C4796D2633B1}"/>
              </a:ext>
            </a:extLst>
          </p:cNvPr>
          <p:cNvSpPr txBox="1"/>
          <p:nvPr/>
        </p:nvSpPr>
        <p:spPr>
          <a:xfrm>
            <a:off x="4319649" y="3748925"/>
            <a:ext cx="7410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Overall, Revenue Grid’s website is excellent and shows that a lot of hard work went into its creation and maintenance</a:t>
            </a:r>
          </a:p>
          <a:p>
            <a:endParaRPr lang="en-US" dirty="0"/>
          </a:p>
          <a:p>
            <a:r>
              <a:rPr lang="en-US" dirty="0"/>
              <a:t>The volume and mix of content are both excellent.</a:t>
            </a:r>
          </a:p>
          <a:p>
            <a:r>
              <a:rPr lang="en-US" dirty="0"/>
              <a:t>The website is easy to navigate and gain an understanding of the offerings.</a:t>
            </a:r>
          </a:p>
        </p:txBody>
      </p:sp>
    </p:spTree>
    <p:extLst>
      <p:ext uri="{BB962C8B-B14F-4D97-AF65-F5344CB8AC3E}">
        <p14:creationId xmlns:p14="http://schemas.microsoft.com/office/powerpoint/2010/main" val="380873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Product Driven vs Sales Driven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6F9717-82E8-2DCC-47E6-165F2B48D27D}"/>
              </a:ext>
            </a:extLst>
          </p:cNvPr>
          <p:cNvGrpSpPr>
            <a:grpSpLocks noChangeAspect="1"/>
          </p:cNvGrpSpPr>
          <p:nvPr/>
        </p:nvGrpSpPr>
        <p:grpSpPr>
          <a:xfrm>
            <a:off x="11338560" y="6035040"/>
            <a:ext cx="731520" cy="731520"/>
            <a:chOff x="10930678" y="40731"/>
            <a:chExt cx="1057253" cy="1057253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A2AAB8C8-DB7C-C545-25C3-E86683FD56A2}"/>
                </a:ext>
              </a:extLst>
            </p:cNvPr>
            <p:cNvSpPr/>
            <p:nvPr/>
          </p:nvSpPr>
          <p:spPr>
            <a:xfrm>
              <a:off x="10930678" y="40731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8" name="Rectangle 7" descr="Advertising">
              <a:extLst>
                <a:ext uri="{FF2B5EF4-FFF2-40B4-BE49-F238E27FC236}">
                  <a16:creationId xmlns:a16="http://schemas.microsoft.com/office/drawing/2014/main" id="{A8C808AD-02F4-4E97-7FDA-57334E7C9824}"/>
                </a:ext>
              </a:extLst>
            </p:cNvPr>
            <p:cNvSpPr/>
            <p:nvPr/>
          </p:nvSpPr>
          <p:spPr>
            <a:xfrm>
              <a:off x="11180034" y="291308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D1CF20B-4817-C1E6-6BBF-A06C362E5633}"/>
              </a:ext>
            </a:extLst>
          </p:cNvPr>
          <p:cNvSpPr txBox="1"/>
          <p:nvPr/>
        </p:nvSpPr>
        <p:spPr>
          <a:xfrm>
            <a:off x="4581331" y="8397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5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How would you validate your ideas?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9B169-34A0-7CAC-AB0A-0AD736D6ADCF}"/>
              </a:ext>
            </a:extLst>
          </p:cNvPr>
          <p:cNvSpPr txBox="1"/>
          <p:nvPr/>
        </p:nvSpPr>
        <p:spPr>
          <a:xfrm>
            <a:off x="5240954" y="2060191"/>
            <a:ext cx="51562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Research</a:t>
            </a:r>
          </a:p>
          <a:p>
            <a:r>
              <a:rPr lang="en-US" dirty="0"/>
              <a:t>Conduct Interviews</a:t>
            </a:r>
          </a:p>
          <a:p>
            <a:r>
              <a:rPr lang="en-US" dirty="0"/>
              <a:t>Survey</a:t>
            </a:r>
          </a:p>
          <a:p>
            <a:r>
              <a:rPr lang="en-US" dirty="0"/>
              <a:t>Customer Roundtables</a:t>
            </a:r>
          </a:p>
          <a:p>
            <a:r>
              <a:rPr lang="en-US" dirty="0"/>
              <a:t>What are we hearing from prospects and customers?</a:t>
            </a:r>
          </a:p>
          <a:p>
            <a:r>
              <a:rPr lang="en-US" dirty="0"/>
              <a:t>Beta Clients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2EE938-FF29-4138-1BFD-0EB4F9D474E4}"/>
              </a:ext>
            </a:extLst>
          </p:cNvPr>
          <p:cNvSpPr txBox="1"/>
          <p:nvPr/>
        </p:nvSpPr>
        <p:spPr>
          <a:xfrm>
            <a:off x="5240954" y="1645920"/>
            <a:ext cx="1529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Groundwork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8C2DA4-BDDB-AAD9-D9D8-ED919FC45720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513" y="6035040"/>
            <a:ext cx="731520" cy="731520"/>
            <a:chOff x="11105208" y="5800747"/>
            <a:chExt cx="1057253" cy="1057253"/>
          </a:xfrm>
        </p:grpSpPr>
        <p:sp>
          <p:nvSpPr>
            <p:cNvPr id="8" name="Rectangle: Diagonal Corners Rounded 7">
              <a:extLst>
                <a:ext uri="{FF2B5EF4-FFF2-40B4-BE49-F238E27FC236}">
                  <a16:creationId xmlns:a16="http://schemas.microsoft.com/office/drawing/2014/main" id="{16BDA199-7B13-29E0-01F8-747FF7D1D2B5}"/>
                </a:ext>
              </a:extLst>
            </p:cNvPr>
            <p:cNvSpPr/>
            <p:nvPr/>
          </p:nvSpPr>
          <p:spPr>
            <a:xfrm>
              <a:off x="11105208" y="5800747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10" name="Rectangle 9" descr="Direction">
              <a:extLst>
                <a:ext uri="{FF2B5EF4-FFF2-40B4-BE49-F238E27FC236}">
                  <a16:creationId xmlns:a16="http://schemas.microsoft.com/office/drawing/2014/main" id="{028C6958-6C9F-A636-674F-59185969F981}"/>
                </a:ext>
              </a:extLst>
            </p:cNvPr>
            <p:cNvSpPr/>
            <p:nvPr/>
          </p:nvSpPr>
          <p:spPr>
            <a:xfrm>
              <a:off x="11345294" y="6026062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349050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Educating my Internal Audiences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00285-8994-35CF-9494-FEE4D3E46C91}"/>
              </a:ext>
            </a:extLst>
          </p:cNvPr>
          <p:cNvSpPr txBox="1"/>
          <p:nvPr/>
        </p:nvSpPr>
        <p:spPr>
          <a:xfrm>
            <a:off x="4206239" y="1643948"/>
            <a:ext cx="39319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Elements Presented to the Wider Team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Held live webinar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was the solution developed?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challenges will this solve?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Who is the target audience?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Present messaging, promotional efforts, assets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2F312-FE28-98DC-C4D0-9792DD49C575}"/>
              </a:ext>
            </a:extLst>
          </p:cNvPr>
          <p:cNvSpPr txBox="1"/>
          <p:nvPr/>
        </p:nvSpPr>
        <p:spPr>
          <a:xfrm>
            <a:off x="8124471" y="1643949"/>
            <a:ext cx="39319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Elements to Educate Sales/Client Success Teams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Audience(s) Buyer Personas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Prop &amp; Messaging for each Audience </a:t>
            </a:r>
            <a:r>
              <a:rPr lang="en-US" sz="1600" i="1" dirty="0"/>
              <a:t>(Title, Industry,…)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In-depth review of new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Competitive overviews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Frequently Asked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Enablement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Demand Generation Strategy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AF1025-5E24-3215-4365-E71354ECD79D}"/>
              </a:ext>
            </a:extLst>
          </p:cNvPr>
          <p:cNvGrpSpPr>
            <a:grpSpLocks noChangeAspect="1"/>
          </p:cNvGrpSpPr>
          <p:nvPr/>
        </p:nvGrpSpPr>
        <p:grpSpPr>
          <a:xfrm>
            <a:off x="11338560" y="6035040"/>
            <a:ext cx="731520" cy="731520"/>
            <a:chOff x="11105208" y="5749580"/>
            <a:chExt cx="1057253" cy="1057253"/>
          </a:xfrm>
        </p:grpSpPr>
        <p:sp>
          <p:nvSpPr>
            <p:cNvPr id="12" name="Rectangle: Diagonal Corners Rounded 11">
              <a:extLst>
                <a:ext uri="{FF2B5EF4-FFF2-40B4-BE49-F238E27FC236}">
                  <a16:creationId xmlns:a16="http://schemas.microsoft.com/office/drawing/2014/main" id="{76B3C7CC-D97A-E01A-F2AF-3BBFDE59827B}"/>
                </a:ext>
              </a:extLst>
            </p:cNvPr>
            <p:cNvSpPr/>
            <p:nvPr/>
          </p:nvSpPr>
          <p:spPr>
            <a:xfrm>
              <a:off x="11105208" y="5749580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13" name="Rectangle 12" descr="Classroom">
              <a:extLst>
                <a:ext uri="{FF2B5EF4-FFF2-40B4-BE49-F238E27FC236}">
                  <a16:creationId xmlns:a16="http://schemas.microsoft.com/office/drawing/2014/main" id="{77E9ED76-0463-F22E-4490-AA1DF17993FC}"/>
                </a:ext>
              </a:extLst>
            </p:cNvPr>
            <p:cNvSpPr/>
            <p:nvPr/>
          </p:nvSpPr>
          <p:spPr>
            <a:xfrm>
              <a:off x="11345294" y="5973652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413274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Once you launched the product, how would you measure the success of the positioning?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800D8-547F-1EF0-796B-1D083F48140C}"/>
              </a:ext>
            </a:extLst>
          </p:cNvPr>
          <p:cNvSpPr txBox="1"/>
          <p:nvPr/>
        </p:nvSpPr>
        <p:spPr>
          <a:xfrm>
            <a:off x="4754880" y="1828800"/>
            <a:ext cx="279871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Traffic</a:t>
            </a:r>
          </a:p>
          <a:p>
            <a:r>
              <a:rPr lang="en-US" dirty="0"/>
              <a:t>Social Media Engagement</a:t>
            </a:r>
          </a:p>
          <a:p>
            <a:r>
              <a:rPr lang="en-US" dirty="0"/>
              <a:t>Clicks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Release 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Q&amp;A</a:t>
            </a:r>
          </a:p>
          <a:p>
            <a:r>
              <a:rPr lang="en-US" dirty="0"/>
              <a:t>Lead &amp; Demand Generation</a:t>
            </a:r>
          </a:p>
          <a:p>
            <a:r>
              <a:rPr lang="en-US" dirty="0"/>
              <a:t>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Prospects</a:t>
            </a:r>
          </a:p>
          <a:p>
            <a:r>
              <a:rPr lang="en-US" dirty="0"/>
              <a:t>Partner Referrals</a:t>
            </a:r>
          </a:p>
          <a:p>
            <a:r>
              <a:rPr lang="en-US" dirty="0"/>
              <a:t>Press mentions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070F1-7BA9-D936-E031-258E9D75B23D}"/>
              </a:ext>
            </a:extLst>
          </p:cNvPr>
          <p:cNvSpPr txBox="1"/>
          <p:nvPr/>
        </p:nvSpPr>
        <p:spPr>
          <a:xfrm>
            <a:off x="4754880" y="1280160"/>
            <a:ext cx="3332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How do we measure success?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75A69-FA88-1174-949A-3E6ED25329D5}"/>
              </a:ext>
            </a:extLst>
          </p:cNvPr>
          <p:cNvSpPr txBox="1"/>
          <p:nvPr/>
        </p:nvSpPr>
        <p:spPr>
          <a:xfrm>
            <a:off x="8503920" y="1280160"/>
            <a:ext cx="2444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Qualitative measures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FDE5E-CC30-F7BC-187B-FB4745BDFBAA}"/>
              </a:ext>
            </a:extLst>
          </p:cNvPr>
          <p:cNvSpPr txBox="1"/>
          <p:nvPr/>
        </p:nvSpPr>
        <p:spPr>
          <a:xfrm>
            <a:off x="8503920" y="1828800"/>
            <a:ext cx="3737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Sales using the material?</a:t>
            </a:r>
          </a:p>
          <a:p>
            <a:r>
              <a:rPr lang="en-US" dirty="0"/>
              <a:t>Do they understand the value prop?</a:t>
            </a:r>
          </a:p>
          <a:p>
            <a:r>
              <a:rPr lang="en-US" dirty="0"/>
              <a:t>Are they successfully engaging with a new audience?</a:t>
            </a:r>
          </a:p>
          <a:p>
            <a:r>
              <a:rPr lang="en-US" dirty="0"/>
              <a:t>Who are they getting meetings with?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952065-FDF9-6E28-09E3-30F557713A12}"/>
              </a:ext>
            </a:extLst>
          </p:cNvPr>
          <p:cNvGrpSpPr>
            <a:grpSpLocks noChangeAspect="1"/>
          </p:cNvGrpSpPr>
          <p:nvPr/>
        </p:nvGrpSpPr>
        <p:grpSpPr>
          <a:xfrm>
            <a:off x="11338560" y="6035040"/>
            <a:ext cx="731520" cy="731520"/>
            <a:chOff x="11105208" y="5749580"/>
            <a:chExt cx="1057253" cy="1057253"/>
          </a:xfrm>
        </p:grpSpPr>
        <p:sp>
          <p:nvSpPr>
            <p:cNvPr id="2" name="Rectangle: Diagonal Corners Rounded 1">
              <a:extLst>
                <a:ext uri="{FF2B5EF4-FFF2-40B4-BE49-F238E27FC236}">
                  <a16:creationId xmlns:a16="http://schemas.microsoft.com/office/drawing/2014/main" id="{C533F20E-AEE4-2C7D-7B78-A30FA247324D}"/>
                </a:ext>
              </a:extLst>
            </p:cNvPr>
            <p:cNvSpPr/>
            <p:nvPr/>
          </p:nvSpPr>
          <p:spPr>
            <a:xfrm>
              <a:off x="11105208" y="5749580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7" name="Rectangle 6" descr="Group Brainstorm">
              <a:extLst>
                <a:ext uri="{FF2B5EF4-FFF2-40B4-BE49-F238E27FC236}">
                  <a16:creationId xmlns:a16="http://schemas.microsoft.com/office/drawing/2014/main" id="{DD198738-CF53-5388-794B-DA366DF82C27}"/>
                </a:ext>
              </a:extLst>
            </p:cNvPr>
            <p:cNvSpPr/>
            <p:nvPr/>
          </p:nvSpPr>
          <p:spPr>
            <a:xfrm>
              <a:off x="11412439" y="5922485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318106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GTM Outline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014EB-4A56-996A-1B9B-4C48524B5018}"/>
              </a:ext>
            </a:extLst>
          </p:cNvPr>
          <p:cNvSpPr txBox="1"/>
          <p:nvPr/>
        </p:nvSpPr>
        <p:spPr>
          <a:xfrm>
            <a:off x="4690694" y="185047"/>
            <a:ext cx="7032118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Messaging </a:t>
            </a:r>
            <a:r>
              <a:rPr lang="en-US" sz="1600" b="1" dirty="0"/>
              <a:t>(9 months from Launch)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Value Prop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Supporting Points</a:t>
            </a:r>
          </a:p>
          <a:p>
            <a:pPr marL="342900" indent="-342900">
              <a:buAutoNum type="arabicPeriod"/>
            </a:pPr>
            <a:r>
              <a:rPr lang="en-US" sz="1600" dirty="0"/>
              <a:t>Validation of Messaging </a:t>
            </a:r>
            <a:r>
              <a:rPr lang="en-US" sz="1600" b="1" dirty="0"/>
              <a:t>(8 months)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Internal approval required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External review if available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Building the Go-To Market Plan </a:t>
            </a:r>
            <a:r>
              <a:rPr lang="en-US" sz="1600" b="1" dirty="0"/>
              <a:t>(7 months)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Identify targets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Marketing Strategy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Assets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Events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Demand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Developed assets with more lead time </a:t>
            </a:r>
            <a:r>
              <a:rPr lang="en-US" sz="1600" b="1" dirty="0"/>
              <a:t>(6 months)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Web pages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Whitepaper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Passively worked the importance of trade reconstruction into existing content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Develop competitive overviews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Began  analyst campaign</a:t>
            </a:r>
          </a:p>
          <a:p>
            <a:pPr marL="342900" indent="-342900">
              <a:buAutoNum type="arabicPeriod"/>
            </a:pPr>
            <a:r>
              <a:rPr lang="en-US" sz="1600" dirty="0"/>
              <a:t>Began building remaining assets </a:t>
            </a:r>
            <a:r>
              <a:rPr lang="en-US" sz="1600" b="1" dirty="0"/>
              <a:t>(4 months)</a:t>
            </a:r>
          </a:p>
          <a:p>
            <a:pPr marL="342900" indent="-342900">
              <a:buAutoNum type="arabicPeriod"/>
            </a:pPr>
            <a:r>
              <a:rPr lang="en-US" sz="1600" dirty="0"/>
              <a:t>Introduced content and demand generation strategy </a:t>
            </a:r>
            <a:r>
              <a:rPr lang="en-US" sz="1600" b="1" dirty="0"/>
              <a:t>(3 months)</a:t>
            </a:r>
          </a:p>
          <a:p>
            <a:pPr marL="342900" indent="-342900">
              <a:buAutoNum type="arabicPeriod"/>
            </a:pPr>
            <a:r>
              <a:rPr lang="en-US" sz="1600" dirty="0"/>
              <a:t>Finalized sales assets </a:t>
            </a:r>
            <a:r>
              <a:rPr lang="en-US" sz="1600" b="1" dirty="0"/>
              <a:t>(1 month)</a:t>
            </a:r>
          </a:p>
          <a:p>
            <a:pPr marL="342900" indent="-342900">
              <a:buAutoNum type="arabicPeriod"/>
            </a:pPr>
            <a:r>
              <a:rPr lang="en-US" sz="1600" dirty="0"/>
              <a:t>Product Launch </a:t>
            </a:r>
            <a:r>
              <a:rPr lang="en-US" sz="1600" b="1" dirty="0"/>
              <a:t>(Launch Day)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Web pages go live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Press Release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Linchpin Event – </a:t>
            </a:r>
            <a:r>
              <a:rPr lang="en-US" sz="1400" i="1" dirty="0"/>
              <a:t>coordinated launch with industry event</a:t>
            </a:r>
            <a:endParaRPr lang="en-US" sz="1600" i="1" dirty="0"/>
          </a:p>
          <a:p>
            <a:pPr marL="800100" lvl="1" indent="-342900">
              <a:buAutoNum type="alphaLcParenR"/>
            </a:pP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09233C-0C4C-5170-6D52-AFA85F291E75}"/>
              </a:ext>
            </a:extLst>
          </p:cNvPr>
          <p:cNvGrpSpPr>
            <a:grpSpLocks noChangeAspect="1"/>
          </p:cNvGrpSpPr>
          <p:nvPr/>
        </p:nvGrpSpPr>
        <p:grpSpPr>
          <a:xfrm>
            <a:off x="11338560" y="6035040"/>
            <a:ext cx="731520" cy="731520"/>
            <a:chOff x="11131699" y="5789970"/>
            <a:chExt cx="1057253" cy="1057253"/>
          </a:xfrm>
        </p:grpSpPr>
        <p:sp>
          <p:nvSpPr>
            <p:cNvPr id="11" name="Rectangle: Diagonal Corners Rounded 10">
              <a:extLst>
                <a:ext uri="{FF2B5EF4-FFF2-40B4-BE49-F238E27FC236}">
                  <a16:creationId xmlns:a16="http://schemas.microsoft.com/office/drawing/2014/main" id="{364E43FC-9FC3-1BEA-1A6F-BD5C587F1E76}"/>
                </a:ext>
              </a:extLst>
            </p:cNvPr>
            <p:cNvSpPr/>
            <p:nvPr/>
          </p:nvSpPr>
          <p:spPr>
            <a:xfrm>
              <a:off x="11131699" y="5789970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12" name="Rectangle 11" descr="Credit card">
              <a:extLst>
                <a:ext uri="{FF2B5EF4-FFF2-40B4-BE49-F238E27FC236}">
                  <a16:creationId xmlns:a16="http://schemas.microsoft.com/office/drawing/2014/main" id="{E4388FB4-9D08-9D65-8888-36BB2787491A}"/>
                </a:ext>
              </a:extLst>
            </p:cNvPr>
            <p:cNvSpPr/>
            <p:nvPr/>
          </p:nvSpPr>
          <p:spPr>
            <a:xfrm>
              <a:off x="11458770" y="6015285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3623825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Collaboration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09233C-0C4C-5170-6D52-AFA85F291E75}"/>
              </a:ext>
            </a:extLst>
          </p:cNvPr>
          <p:cNvGrpSpPr>
            <a:grpSpLocks noChangeAspect="1"/>
          </p:cNvGrpSpPr>
          <p:nvPr/>
        </p:nvGrpSpPr>
        <p:grpSpPr>
          <a:xfrm>
            <a:off x="11336655" y="6035040"/>
            <a:ext cx="731520" cy="731520"/>
            <a:chOff x="11131699" y="5789970"/>
            <a:chExt cx="1057253" cy="1057253"/>
          </a:xfrm>
        </p:grpSpPr>
        <p:sp>
          <p:nvSpPr>
            <p:cNvPr id="11" name="Rectangle: Diagonal Corners Rounded 10">
              <a:extLst>
                <a:ext uri="{FF2B5EF4-FFF2-40B4-BE49-F238E27FC236}">
                  <a16:creationId xmlns:a16="http://schemas.microsoft.com/office/drawing/2014/main" id="{364E43FC-9FC3-1BEA-1A6F-BD5C587F1E76}"/>
                </a:ext>
              </a:extLst>
            </p:cNvPr>
            <p:cNvSpPr/>
            <p:nvPr/>
          </p:nvSpPr>
          <p:spPr>
            <a:xfrm>
              <a:off x="11131699" y="5789970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12" name="Rectangle 11" descr="Credit card">
              <a:extLst>
                <a:ext uri="{FF2B5EF4-FFF2-40B4-BE49-F238E27FC236}">
                  <a16:creationId xmlns:a16="http://schemas.microsoft.com/office/drawing/2014/main" id="{E4388FB4-9D08-9D65-8888-36BB2787491A}"/>
                </a:ext>
              </a:extLst>
            </p:cNvPr>
            <p:cNvSpPr/>
            <p:nvPr/>
          </p:nvSpPr>
          <p:spPr>
            <a:xfrm>
              <a:off x="11417470" y="6015285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A2B334-2303-2CE9-28B6-CDD46DA7303D}"/>
              </a:ext>
            </a:extLst>
          </p:cNvPr>
          <p:cNvSpPr txBox="1"/>
          <p:nvPr/>
        </p:nvSpPr>
        <p:spPr>
          <a:xfrm>
            <a:off x="4233947" y="319088"/>
            <a:ext cx="43325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Marketing Strategy</a:t>
            </a:r>
          </a:p>
          <a:p>
            <a:r>
              <a:rPr lang="en-US" dirty="0"/>
              <a:t>Product Marketing works with Marketing to develop-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Value Prop/Messaging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Asset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Content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Demand Generation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2945E-80A1-8AEF-99D2-7CDB53924C81}"/>
              </a:ext>
            </a:extLst>
          </p:cNvPr>
          <p:cNvSpPr txBox="1"/>
          <p:nvPr/>
        </p:nvSpPr>
        <p:spPr>
          <a:xfrm>
            <a:off x="8436930" y="1816060"/>
            <a:ext cx="340256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 Strategy</a:t>
            </a:r>
          </a:p>
          <a:p>
            <a:r>
              <a:rPr lang="en-US" dirty="0"/>
              <a:t>Product Marketing works with Sales to develop-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Competitive Overviews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Target Audience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FAQ’s/Pain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DF996-358D-A342-6322-703F250CAD2C}"/>
              </a:ext>
            </a:extLst>
          </p:cNvPr>
          <p:cNvSpPr txBox="1"/>
          <p:nvPr/>
        </p:nvSpPr>
        <p:spPr>
          <a:xfrm>
            <a:off x="4284501" y="3429000"/>
            <a:ext cx="340256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Development Strategy </a:t>
            </a:r>
          </a:p>
          <a:p>
            <a:r>
              <a:rPr lang="en-US" dirty="0"/>
              <a:t>Product Marketing works with Business Development to develop-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Competitive Overviews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FAQ’s/Pain 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78CC0-FC3E-0DCB-B199-38F8EBED207B}"/>
              </a:ext>
            </a:extLst>
          </p:cNvPr>
          <p:cNvSpPr txBox="1"/>
          <p:nvPr/>
        </p:nvSpPr>
        <p:spPr>
          <a:xfrm>
            <a:off x="8334101" y="4549251"/>
            <a:ext cx="3402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 Strategy</a:t>
            </a:r>
          </a:p>
          <a:p>
            <a:r>
              <a:rPr lang="en-US" dirty="0"/>
              <a:t>Product Marketing engages with Product Management on the development of the solution.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7791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32683-3822-B346-3BF4-7DB55715194B}"/>
              </a:ext>
            </a:extLst>
          </p:cNvPr>
          <p:cNvSpPr txBox="1">
            <a:spLocks noChangeAspect="1"/>
          </p:cNvSpPr>
          <p:nvPr/>
        </p:nvSpPr>
        <p:spPr>
          <a:xfrm>
            <a:off x="-333375" y="163961"/>
            <a:ext cx="4500648" cy="55856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15EC8B-07EE-9DD1-B64B-4223C7740FB1}"/>
              </a:ext>
            </a:extLst>
          </p:cNvPr>
          <p:cNvGrpSpPr>
            <a:grpSpLocks noChangeAspect="1"/>
          </p:cNvGrpSpPr>
          <p:nvPr/>
        </p:nvGrpSpPr>
        <p:grpSpPr>
          <a:xfrm>
            <a:off x="11338560" y="6035040"/>
            <a:ext cx="731520" cy="731520"/>
            <a:chOff x="11131699" y="5789970"/>
            <a:chExt cx="1057253" cy="1057253"/>
          </a:xfrm>
        </p:grpSpPr>
        <p:sp>
          <p:nvSpPr>
            <p:cNvPr id="4" name="Rectangle: Diagonal Corners Rounded 3">
              <a:extLst>
                <a:ext uri="{FF2B5EF4-FFF2-40B4-BE49-F238E27FC236}">
                  <a16:creationId xmlns:a16="http://schemas.microsoft.com/office/drawing/2014/main" id="{89B1A1A9-BFAA-AD44-8771-E6D17238003D}"/>
                </a:ext>
              </a:extLst>
            </p:cNvPr>
            <p:cNvSpPr/>
            <p:nvPr/>
          </p:nvSpPr>
          <p:spPr>
            <a:xfrm>
              <a:off x="11131699" y="5789970"/>
              <a:ext cx="1057253" cy="1057253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</p:sp>
        <p:sp>
          <p:nvSpPr>
            <p:cNvPr id="5" name="Rectangle 4" descr="Credit card">
              <a:extLst>
                <a:ext uri="{FF2B5EF4-FFF2-40B4-BE49-F238E27FC236}">
                  <a16:creationId xmlns:a16="http://schemas.microsoft.com/office/drawing/2014/main" id="{EE15CF89-DC9B-8342-BC6A-68A94608CA7A}"/>
                </a:ext>
              </a:extLst>
            </p:cNvPr>
            <p:cNvSpPr/>
            <p:nvPr/>
          </p:nvSpPr>
          <p:spPr>
            <a:xfrm>
              <a:off x="11417470" y="6015285"/>
              <a:ext cx="606621" cy="606621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263914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503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Revenue Grid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McNeila</dc:creator>
  <cp:lastModifiedBy>Thomas McNeila</cp:lastModifiedBy>
  <cp:revision>2</cp:revision>
  <dcterms:created xsi:type="dcterms:W3CDTF">2023-01-31T21:13:57Z</dcterms:created>
  <dcterms:modified xsi:type="dcterms:W3CDTF">2023-04-06T00:44:28Z</dcterms:modified>
</cp:coreProperties>
</file>